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2" r:id="rId15"/>
    <p:sldId id="271" r:id="rId16"/>
    <p:sldId id="273" r:id="rId17"/>
    <p:sldId id="270" r:id="rId18"/>
    <p:sldId id="265" r:id="rId19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" panose="020B0604020202020204" charset="0"/>
      <p:regular r:id="rId28"/>
    </p:embeddedFont>
    <p:embeddedFont>
      <p:font typeface="Gotham Bold Italics" panose="020B0604020202020204" charset="0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9" d="100"/>
          <a:sy n="59" d="100"/>
        </p:scale>
        <p:origin x="34" y="37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1640" y="6057900"/>
            <a:ext cx="1578416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TICKET BOOKING OF AN INTERNAL DEPARTMENT 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D.TEJABABU – VTU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26448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Reg.No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-23UECS0959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Hafizur Rahman</a:t>
            </a:r>
          </a:p>
          <a:p>
            <a:pPr>
              <a:lnSpc>
                <a:spcPct val="150000"/>
              </a:lnSpc>
            </a:pP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 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Associate Professor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SDG: SDG No – </a:t>
            </a:r>
            <a:r>
              <a:rPr lang="en-IN" alt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9-Industry,Innovation and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7400" y="1975485"/>
            <a:ext cx="15082520" cy="6872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project is an internal event ticket booking system for department-level events.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solves the problem of manual, paper-based event registration and overbooking.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system improves access to event information, booking, and seat availability.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Users can browse events, filter options, and book tickets securely online.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Admins can manage events, monitor bookings, and control seat limits.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includes authentication, role-based access, and booking confirmation flows.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application uses a React frontend, Node.js/Express backend, and MySQL database.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goal is to make event management efficient, transparent, and user-friendly.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/>
          <p:cNvSpPr txBox="1"/>
          <p:nvPr/>
        </p:nvSpPr>
        <p:spPr>
          <a:xfrm>
            <a:off x="0" y="121641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1905000" y="2095500"/>
            <a:ext cx="15082520" cy="6779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rely on manual event ticket booking, causing inefficiencies like overbooking and disorganized registrations.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faculty encounter long queues, unclear seat availability, and no real-time updates during events.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frustration, wasted time, and missed participation opportunities for users.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staff face challenges with paper-based tracking, error-prone data management, and scalability issues.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workload and reduced event success rates result from these outdated processes.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critical need exists for a digital, automated system to streamline event management and ensure fair access.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must provide transparent booking flows and enhanced administrative control.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secure web application for seamless ticket booking, real-time updates, and comprehensive event administration.</a:t>
            </a: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286000" y="2324100"/>
            <a:ext cx="15082520" cy="6807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endParaRPr lang="en-US" alt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automated ticket booking system to replace manual processes, enabling real-time seat availability, preventing overbooking, and providing a seamless user experience for students and faculty.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 authentication and authorization using JWT, along with user dashboards and admin panels, to manage events, bookings, and user data efficiently.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scalability and reliability through a full-stack architecture (React frontend, Node.js backend, MySQL database) with Docker deployment, supporting high-demand events and comprehensive reporting.</a:t>
            </a: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2057400" y="1821180"/>
            <a:ext cx="15082520" cy="8374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Description: A full-stack web application using React for the frontend, Node.js/Express for the backend, MySQL for the database, and JWT for secure authentication, enabling event browsing, ticket booking, and administration.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 Module: Allows admins to create, update, and delete events with details like date, venue, seats, and pricing, providing a centralized dashboard for oversight.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Authentication: Implements JWT-based login/signup, supporting user roles (student/faculty/admin) with secure session management and password hashing.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Flow: Users can browse events with filters, view real-time seat availability, and complete bookings with payment integration, generating receipts and confirmations.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Updates: Prevents overbooking through database locks and concurrent access controls, ensuring accurate seat counts and instant feedback.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Dashboard: Provides personalized views of bookings, receipts, and event history, with options to view or print confirmations.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25879" y="4004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 descr="architectur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638300"/>
            <a:ext cx="9344025" cy="65538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09800" y="1638300"/>
            <a:ext cx="15082325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342765" y="1287780"/>
            <a:ext cx="9115425" cy="8856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520" cy="8385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</a:p>
          <a:p>
            <a:pPr indent="0" algn="just">
              <a:buNone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Node.js,Express.js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SMTP for email services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Browser(Chrome)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Server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IN" sz="2800" dirty="0"/>
          </a:p>
        </p:txBody>
      </p:sp>
      <p:grpSp>
        <p:nvGrpSpPr>
          <p:cNvPr id="2" name="Group 37"/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981200" y="1485900"/>
            <a:ext cx="15082520" cy="8470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and profile management with JWT-based secure authentication, supporting roles like student, faculty, and admin.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event creation, browsing, filtering, and details display, allowing users to view real-time seat availability and event information.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and Payment Processing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the core booking flow, including ticket selection, payment handling, seat reservation, and overbooking prevention with transaction confirmations.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Notification and Communication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toast notifications for user feedback and optional email confirmations via SMTP for booking receipts and updates.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Panel and Reporting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admin tools for event CRUD operations, user management, booking analytics, and reporting for operational insights and decision-making.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520" cy="72091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IN" altLang="en-US" sz="2800" dirty="0"/>
              <a:t>      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Figure:Login Page </a:t>
            </a:r>
            <a:endParaRPr lang="en-US" sz="20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840" y="1666875"/>
            <a:ext cx="9202420" cy="62464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7847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r>
              <a:rPr lang="en-IN" sz="2800" dirty="0"/>
              <a:t>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Figure:Home Page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520" y="1459230"/>
            <a:ext cx="11490960" cy="73685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64133" y="1600443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Admin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1441822" y="1697977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User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9448800" y="1697977"/>
            <a:ext cx="0" cy="7484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3365500"/>
            <a:ext cx="5135880" cy="44284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162300"/>
            <a:ext cx="4968240" cy="45218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09600" y="4953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520" cy="7128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r>
              <a:rPr lang="en-US" sz="2800" dirty="0"/>
              <a:t> </a:t>
            </a:r>
            <a:r>
              <a:rPr lang="en-IN" altLang="en-US" sz="2800" dirty="0"/>
              <a:t>                        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figure:Event Details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390" y="2066290"/>
            <a:ext cx="10975340" cy="58985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520" cy="7565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IN" altLang="en-US" sz="2800" dirty="0"/>
              <a:t>                    </a:t>
            </a:r>
            <a:r>
              <a:rPr lang="en-IN" altLang="en-US" sz="2000" dirty="0"/>
              <a:t>F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igure:Payment Details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866900"/>
            <a:ext cx="8060690" cy="65138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410335"/>
            <a:ext cx="15082520" cy="8711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r>
              <a:rPr lang="en-IN" altLang="en-US" sz="2800" dirty="0"/>
              <a:t>                     </a:t>
            </a:r>
          </a:p>
          <a:p>
            <a:pPr indent="0">
              <a:buFontTx/>
              <a:buNone/>
            </a:pPr>
            <a:r>
              <a:rPr lang="en-IN" altLang="en-US" sz="2800" dirty="0"/>
              <a:t>                             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Figure:Payment Receipt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562100"/>
            <a:ext cx="6880860" cy="6975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918335" y="1638300"/>
            <a:ext cx="15373985" cy="5569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indent="0">
              <a:buFontTx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Figure:Event  DB                                                                           Figure:User DB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242185"/>
            <a:ext cx="5627370" cy="44348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715" y="2247900"/>
            <a:ext cx="7063740" cy="44742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31390" y="1773555"/>
            <a:ext cx="13411200" cy="7522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indent="-457200" algn="just">
              <a:buFont typeface="Wingdings" panose="05000000000000000000" charset="0"/>
              <a:buChar char="q"/>
            </a:pPr>
            <a:r>
              <a:rPr lang="en-I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Easy Ticket booking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Admin control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event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</a:p>
          <a:p>
            <a:pPr indent="0" algn="just">
              <a:buFont typeface="Arial" panose="020B0604020202020204" pitchFamily="34" charset="0"/>
              <a:buNone/>
            </a:pPr>
            <a:endParaRPr lang="en-I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q"/>
            </a:pPr>
            <a:r>
              <a:rPr lang="en-I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 algn="just">
              <a:buFont typeface="Wingdings" panose="05000000000000000000" charset="0"/>
              <a:buChar char="q"/>
            </a:pPr>
            <a:endParaRPr lang="en-I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 real payment gateway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 database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Single admin system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 authentication security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1034</Words>
  <Application>Microsoft Office PowerPoint</Application>
  <PresentationFormat>Custom</PresentationFormat>
  <Paragraphs>499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Times New Roman</vt:lpstr>
      <vt:lpstr>Bookman Old Style</vt:lpstr>
      <vt:lpstr>Calibri</vt:lpstr>
      <vt:lpstr>Gotham Bold Italics</vt:lpstr>
      <vt:lpstr>Wingdings</vt:lpstr>
      <vt:lpstr>Gotham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/>
  <cp:lastModifiedBy>Kurakula Rajesh</cp:lastModifiedBy>
  <cp:revision>15</cp:revision>
  <dcterms:created xsi:type="dcterms:W3CDTF">2006-08-16T00:00:00Z</dcterms:created>
  <dcterms:modified xsi:type="dcterms:W3CDTF">2026-05-06T03:48:25Z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850FBAFA07D84503BA56D24C0F641FB3_13</vt:lpwstr>
  </property>
</Properties>
</file>